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2" r:id="rId5"/>
    <p:sldId id="266" r:id="rId6"/>
    <p:sldId id="261" r:id="rId7"/>
  </p:sldIdLst>
  <p:sldSz cx="12192000" cy="6858000"/>
  <p:notesSz cx="6858000" cy="9144000"/>
  <p:custDataLst>
    <p:tags r:id="rId1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75" d="100"/>
          <a:sy n="75" d="100"/>
        </p:scale>
        <p:origin x="54" y="1182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tags" Target="tags/tag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‹nr.›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520" y="3277775"/>
            <a:ext cx="4185989" cy="1745469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</a:t>
            </a:r>
          </a:p>
          <a:p>
            <a:r>
              <a:rPr lang="en-IE" dirty="0" err="1"/>
              <a:t>Dr.</a:t>
            </a:r>
            <a:r>
              <a:rPr lang="en-IE" dirty="0"/>
              <a:t> Peter </a:t>
            </a:r>
            <a:r>
              <a:rPr lang="nl-NL" altLang="nl-NL" dirty="0"/>
              <a:t>Knížat</a:t>
            </a:r>
            <a:r>
              <a:rPr lang="en-IE" dirty="0"/>
              <a:t> </a:t>
            </a:r>
          </a:p>
          <a:p>
            <a:r>
              <a:rPr lang="en-IE" dirty="0"/>
              <a:t>Prof. </a:t>
            </a:r>
            <a:r>
              <a:rPr lang="en-IE" dirty="0" err="1"/>
              <a:t>dr.</a:t>
            </a:r>
            <a:r>
              <a:rPr lang="en-IE" dirty="0"/>
              <a:t> Frank Pijpers</a:t>
            </a:r>
          </a:p>
          <a:p>
            <a:r>
              <a:rPr lang="en-IE" dirty="0" err="1"/>
              <a:t>Dr.</a:t>
            </a:r>
            <a:r>
              <a:rPr lang="en-IE" dirty="0"/>
              <a:t> Sebastiaan Tieleman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Summary and evaluation of the course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 dirty="0"/>
          </a:p>
          <a:p>
            <a:r>
              <a:rPr lang="en-IE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94237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B86CE-9EA6-217D-1E4C-9A33E16B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Discussion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8129AF2-D15B-F615-5B53-A4DCB822D2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1B9F9C3-EB6D-3A5D-C379-B9059F29EA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Are there any sessions you liked in particular? Or that should be longer or shorter? Topics you missed? </a:t>
            </a:r>
            <a:endParaRPr lang="nl-NL" dirty="0"/>
          </a:p>
          <a:p>
            <a:pPr lvl="0"/>
            <a:r>
              <a:rPr lang="en-US" dirty="0"/>
              <a:t>Do you have suggestions for improvement with regard to organization of the course? Other practical points?</a:t>
            </a:r>
            <a:endParaRPr lang="nl-NL" dirty="0"/>
          </a:p>
          <a:p>
            <a:pPr lvl="0"/>
            <a:r>
              <a:rPr lang="en-US" dirty="0"/>
              <a:t>What did you think about the exercises? Level of R-knowledge required?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8498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108</TotalTime>
  <Words>81</Words>
  <Application>Microsoft Office PowerPoint</Application>
  <PresentationFormat>Breedbeeld</PresentationFormat>
  <Paragraphs>13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Arial</vt:lpstr>
      <vt:lpstr>Calibri</vt:lpstr>
      <vt:lpstr>ESTAT Theme</vt:lpstr>
      <vt:lpstr>Summary and evaluation of the course</vt:lpstr>
      <vt:lpstr>Discussion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Ouwehand, P. (Pim)</cp:lastModifiedBy>
  <cp:revision>77</cp:revision>
  <dcterms:created xsi:type="dcterms:W3CDTF">2024-11-22T11:11:00Z</dcterms:created>
  <dcterms:modified xsi:type="dcterms:W3CDTF">2026-10-01T14:42:55Z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